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In FX forecasting that's the default outcome, so the whole project was built to avoid one. At one month the rand is almost a random walk. We didn't try to out-muscle that. We disciplined it. 0.5600 against the benchmark's 0.5624.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beat an AR(1) on RMSE out of sample. Why it's hard: since Meese and Rogoff in 1983, structural FX models lose to a simple no-change forecast at this horizon, and honest published gains are one to five per cent. Our answer is yes, by 0.42 per cent, and we can name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gold, platinum, the dollar and the VIX. Combined by inverse recent error, so weight moves to whatever is working. On the right is why the numbers hold: information sets, resolved-only training, embargoed weights, settings frozen on 2015 to 2020 before we touched the judged window, and every forecast logged. Nothing here is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Why is the benchmark beatable? Its persistence is just below one, so every forecast is pulled toward an implied long-run mean. We computed that mean at all 261 origins. It sat below the actual spot rate at every single one, by 2.11 rand on average. So it leaned downward for five years against a currency going up. The chart is cumulative squared error: above zero we're ahead. The edge builds through the 2022-23 trend, peaks at 1.29, and gives some back. I'd rather show you that than crop it at the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numbers. Benchmark 0.5624, our combination 0.5600, about 0.42 per cent better. Carry and ridge also beat it, so four of five did. Note the axis starts at 0.50 so the differences are visible, I'd rather say that than have you spot it. Two things. On the robustness cut with targets strictly inside 2025 we lead every model including the random walk. And the one model that loses badly is the gradient booster, by seven and a half per cent, same data, same discipline. That's the M4 and M5 finding and we built it into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So, four things. The benchmark is beatable and we can say why. The gain is real but small, which is the size of the true signal here. Discipline beat complexity. And what we won't claim: it isn't statistically significant, p is 0.47, the benchmark wins on MAE and in 2025, and we never tested it as a trading strategy.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directional accuracy, DM p-values, robustness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goes against us because the rand strengthened back toward the AR(1)'s mean, so its bias finally helped. That is regime dependence, and it is the argument for combining rather than picking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deep learning, or an LSTM. We did, honestly, and here is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Don't fight the random walk.</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Discipline it.</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77724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forecasts USDZAR one month ahead more accurately than the AR(1) benchmark, over 261 out-of-sample forecasts.</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our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+0.43%</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more accurate</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261</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logged forecasts</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can we say why?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Beat an AR(1) on RMSE, out of sample, and explain the mechanism.</a:t>
            </a:r>
            <a:endParaRPr lang="en-US" sz="2100" dirty="0"/>
          </a:p>
        </p:txBody>
      </p:sp>
      <p:sp>
        <p:nvSpPr>
          <p:cNvPr id="6" name="Text 4"/>
          <p:cNvSpPr/>
          <p:nvPr/>
        </p:nvSpPr>
        <p:spPr>
          <a:xfrm>
            <a:off x="566928" y="3291840"/>
            <a:ext cx="11064240" cy="182880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Honest published gains run 1 to 5% (Rossi 2013).</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Yes, by 0.42%, and the mechanism is a measurable bias in the benchmark itself.</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every setting frozen before we saw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Gold, platinum, dollar, VIX.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the numbers hold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dated on or before each Friday.</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embargoed by 28 days.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settings frozen on 2015 to 2020.</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Nothing here is a black box. </a:t>
            </a:r>
            <a:pPr indent="0" marL="0">
              <a:buNone/>
            </a:pPr>
            <a:r>
              <a:rPr lang="en-US" sz="1800" dirty="0">
                <a:solidFill>
                  <a:srgbClr val="CADCFC"/>
                </a:solidFill>
                <a:latin typeface="Arial" pitchFamily="34" charset="0"/>
                <a:ea typeface="Arial" pitchFamily="34" charset="-122"/>
                <a:cs typeface="Arial" pitchFamily="34" charset="-120"/>
              </a:rPr>
              <a:t>OLS, ridge regression and a weighted average. We can derive every component by hand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AR(1)'s implied long-run mean sat below the market at all 261 origins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800" dirty="0">
                <a:solidFill>
                  <a:srgbClr val="1F2937"/>
                </a:solidFill>
                <a:latin typeface="Arial" pitchFamily="34" charset="0"/>
                <a:ea typeface="Arial" pitchFamily="34" charset="-122"/>
                <a:cs typeface="Arial" pitchFamily="34" charset="-120"/>
              </a:rPr>
              <a:t>Persistence 0.997 to 0.999, just below one, so each forecast is pulled toward c/(1-phi).</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That mean ranged R11.80 to R19.18 and sat BELOW spot at 261 of 261 origins, by R2.11 on average.</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A downward lean against a rand that rose from R14.62 to R19.74.</a:t>
            </a:r>
            <a:endParaRPr lang="en-US" sz="18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below spot at every origin</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AR(1) refitted at each of the 261 origins; reproducible via src/validate_results.py in the submission.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cuts RMSE 0.42% below the benchmark; four of five models beat it</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635240" y="1783080"/>
            <a:ext cx="4114800" cy="3840480"/>
          </a:xfrm>
          <a:prstGeom prst="rect">
            <a:avLst/>
          </a:prstGeom>
          <a:noFill/>
          <a:ln/>
        </p:spPr>
        <p:txBody>
          <a:bodyPr wrap="square" lIns="0" tIns="0" rIns="0" bIns="0" rtlCol="0" anchor="ctr"/>
          <a:lstStyle/>
          <a:p>
            <a:pPr marL="342900" indent="-342900">
              <a:spcAft>
                <a:spcPts val="1600"/>
              </a:spcAft>
              <a:buSzPct val="100000"/>
              <a:buChar char="•"/>
            </a:pPr>
            <a:r>
              <a:rPr lang="en-US" sz="1800" dirty="0">
                <a:solidFill>
                  <a:srgbClr val="1F2937"/>
                </a:solidFill>
                <a:latin typeface="Arial" pitchFamily="34" charset="0"/>
                <a:ea typeface="Arial" pitchFamily="34" charset="-122"/>
                <a:cs typeface="Arial" pitchFamily="34" charset="-120"/>
              </a:rPr>
              <a:t>Combination 0.5600 against the AR(1)'s 0.5624, over 261 forecasts.</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Robustness: with targets strictly inside 2025 we lead every model, random walk included.</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Gradient boosting, same data and discipline, loses by 7.6%. About 850 noisy observations cannot support a flexible learner.</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Simple-beats-complex is the M4 and M5 competition finding (Makridakis et al. 2020, 2022).</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11480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The benchmark is beatable, and we can say why.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long-run mean sat below spot at all 261 origins, by R2.11 on average.</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The gain is real but small.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0.42% in RMSE, holding in four of five years and on the strict robustness cut. That is the size of the true signal at one month.</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Discipline beat complexity.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Gradient boosting, run under identical rules, lost by 7.6%.</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Not statistically significant (DM p = 0.46). The benchmark wins on MAE and in 2025. Untested as a trading strategy.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Amat, C., Michalski, T. and Stoltz, G. (2018). Fundamentals and exchange rate forecastability with simple machine learning methods. Journal of International Money and Finance, 88, 1-24.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Codera Analytics (2024-25). What drives the rand?; USDZAR Forecasts. codera.co.za.</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Darvas, Z. (2020). Forecasting exchange rates of major currencies with long maturity interest rates. Bruegel Working Paper 2020/02.</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(2020, 2022). The M4 and M5 accuracy competitions: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on every metric</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234440"/>
          <a:ext cx="11064240" cy="914400"/>
        </p:xfrm>
        <a:graphic>
          <a:graphicData uri="http://schemas.openxmlformats.org/drawingml/2006/table">
            <a:tbl>
              <a:tblPr/>
              <a:tblGrid>
                <a:gridCol w="2651760"/>
                <a:gridCol w="1371600"/>
                <a:gridCol w="1371600"/>
                <a:gridCol w="1097280"/>
                <a:gridCol w="1371600"/>
                <a:gridCol w="1097280"/>
                <a:gridCol w="2103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RMSE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Dir.</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vs AR(1)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DM p</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Targets &lt;=2025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log (baseline)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0.4478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53.6%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0.5647</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level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47.5%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-0.09%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0.5652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Random walk</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0.4480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n/a</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0.218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Carry</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0.4540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0.760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Ridge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0.4481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51.0%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0.319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Gradient boosting</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0.6051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0.4967</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-7.60%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0.016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0.6070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b="1" dirty="0">
                          <a:solidFill>
                            <a:srgbClr val="1F2937"/>
                          </a:solidFill>
                          <a:latin typeface="Arial" pitchFamily="34" charset="0"/>
                          <a:ea typeface="Arial" pitchFamily="34" charset="-122"/>
                          <a:cs typeface="Arial" pitchFamily="34" charset="-120"/>
                        </a:rPr>
                        <a:t>Combination (ours)</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0.463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DM = Diebold-Mariano against the AR(1), Newey-West variance at lag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win four years of five; 2025 goes the other way and we say so</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Users\aakas\Documents\Projects\Hackathon\figures\presentation\yearly.png">    </p:cNvPr>
          <p:cNvPicPr>
            <a:picLocks noChangeAspect="1"/>
          </p:cNvPicPr>
          <p:nvPr/>
        </p:nvPicPr>
        <p:blipFill>
          <a:blip r:embed="rId1"/>
          <a:stretch>
            <a:fillRect/>
          </a:stretch>
        </p:blipFill>
        <p:spPr>
          <a:xfrm>
            <a:off x="2194560" y="128016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series is the one the rules specify, verified against an independent source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8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Official EconData export, MARKET_RATES 1.0.0, series EXCX135.B.A, 14 173 daily observations from 2 January 1970.</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Checked value by value against the SARB Web API (EXCX135D): 9 141 overlapping observations, maximum difference 0.000000, zero mismatches.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Consequence.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Backtests run off either source give RMSEs identical to twelve decimal places.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All daily market prices. Never revised, no publication lag, so look-ahead bias is impossible by construction rather than merely avoided.</a:t>
            </a:r>
            <a:endParaRPr lang="en-US" sz="1800" dirty="0"/>
          </a:p>
        </p:txBody>
      </p:sp>
      <p:pic>
        <p:nvPicPr>
          <p:cNvPr id="6" name="Image 0" descr="C:\Users\aakas\Documents\Projects\Hackathon\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random walk's role as anchor was learned from performance, not imposed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Users\aakas\Documents\Projects\Hackathon\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Frozen on the 2015 to 2020 validation era:</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compact feature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8229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When carry earned its way in during 2022 and 2023, weight moved to it. When nothing worked in 2024 and 2025, weight collapsed back to the anchor. A fixed no-change rule cannot do that.</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ran machine learning under identical rules and it lost by 7.6%</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max depth 2, learning rate 0.05, 150 iterations, L2 regularisation 1.0, fixed seed. Identical information set, identical embargo, identical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it lost</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About 850 weekly observations, heavily overlapping, with a tiny signal. A learner that can represent thresholds and interactions finds plenty of both, but those patterns belong to that stretch of history rather than to the currency, so they do not repeat out of sample.</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Makridakis, Spiliotis and Assimakopoulos (2020, 2022) report the same conclusion across thousands of series.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track the realised series closely and lag it slightly, as a near-random walk should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Users\aakas\Documents\Projects\Hackathon\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on 3 June 2022 the AR(1) was the worst of the sensible models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194560"/>
                <a:gridCol w="1737360"/>
                <a:gridCol w="5120640"/>
                <a:gridCol w="2011680"/>
              </a:tblGrid>
              <a:tr h="50292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15.4557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+ 0.0372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-0.8925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AR(1)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 its implied mean,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15.4089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-0.9393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15.4256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-0.9226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57200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Friday 3 June 2022, spot R15.4117. Target 1 July 2022, actual R16.3482. Every model was too low that month. The AR(1) was worst because its implied mean that day was R13.01, and that pull dragged its forecast down exactly when the rand was heading up.</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2026-10-03T23:08:52Z</dcterms:created>
  <dcterms:modified xsi:type="dcterms:W3CDTF">2026-10-03T23:08:52Z</dcterms:modified>
</cp:coreProperties>
</file>